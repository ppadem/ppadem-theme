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5"/>
    <p:sldId id="257" r:id="rId4"/>
    <p:sldId id="258" r:id="rId3"/>
    <p:sldId id="259" r:id="rId2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Ruling parties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18</c:v>
                </c:pt>
                <c:pt idx="2">
                  <c:v>21</c:v>
                </c:pt>
                <c:pt idx="3">
                  <c:v>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Opposition parties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</c:v>
                </c:pt>
                <c:pt idx="1">
                  <c:v>14</c:v>
                </c:pt>
                <c:pt idx="2">
                  <c:v>20</c:v>
                </c:pt>
                <c:pt idx="3">
                  <c:v>27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New parties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3</c:v>
                </c:pt>
                <c:pt idx="1">
                  <c:v>5</c:v>
                </c:pt>
                <c:pt idx="2">
                  <c:v>8</c:v>
                </c:pt>
                <c:pt idx="3">
                  <c:v>11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4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PPADEM 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1520" y="640080"/>
            <a:ext cx="1034190" cy="914400"/>
          </a:xfrm>
          <a:prstGeom prst="rect">
            <a:avLst/>
          </a:prstGeom>
        </p:spPr>
      </p:pic>
      <p:sp>
        <p:nvSpPr>
          <p:cNvPr id="3" name="Accent bar"/>
          <p:cNvSpPr/>
          <p:nvPr userDrawn="1"/>
        </p:nvSpPr>
        <p:spPr>
          <a:xfrm>
            <a:off x="731520" y="2148840"/>
            <a:ext cx="82296" cy="3063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4" name="Title"/>
          <p:cNvSpPr>
            <a:spLocks noGrp="1"/>
          </p:cNvSpPr>
          <p:nvPr>
            <p:ph type="ctrTitle"/>
          </p:nvPr>
        </p:nvSpPr>
        <p:spPr>
          <a:xfrm>
            <a:off x="1051560" y="2148840"/>
            <a:ext cx="9875520" cy="1600200"/>
          </a:xfrm>
        </p:spPr>
        <p:txBody>
          <a:bodyPr anchor="b" lIns="0" rIns="0">
            <a:normAutofit/>
          </a:bodyPr>
          <a:lstStyle>
            <a:lvl1pPr marL="0" indent="0">
              <a:buNone/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Presentation title</a:t>
            </a:r>
          </a:p>
        </p:txBody>
      </p:sp>
      <p:sp>
        <p:nvSpPr>
          <p:cNvPr id="5" name="Subtitle"/>
          <p:cNvSpPr>
            <a:spLocks noGrp="1"/>
          </p:cNvSpPr>
          <p:nvPr>
            <p:ph type="subTitle" idx="1"/>
          </p:nvPr>
        </p:nvSpPr>
        <p:spPr>
          <a:xfrm>
            <a:off x="1051560" y="3840480"/>
            <a:ext cx="9875520" cy="1005840"/>
          </a:xfrm>
        </p:spPr>
        <p:txBody>
          <a:bodyPr anchor="t" lIns="0" rIns="0">
            <a:normAutofit/>
          </a:bodyPr>
          <a:lstStyle>
            <a:lvl1pPr marL="0" indent="0">
              <a:buNone/>
              <a:defRPr sz="2000">
                <a:solidFill>
                  <a:schemeClr val="accent2"/>
                </a:solidFill>
              </a:defRPr>
            </a:lvl1pPr>
          </a:lstStyle>
          <a:p>
            <a:r>
              <a:rPr lang="en-GB" dirty="0"/>
              <a:t>Subtitle · Presenter · Date</a:t>
            </a:r>
          </a:p>
        </p:txBody>
      </p:sp>
      <p:sp>
        <p:nvSpPr>
          <p:cNvPr id="6" name="Date"/>
          <p:cNvSpPr>
            <a:spLocks noGrp="1"/>
          </p:cNvSpPr>
          <p:nvPr>
            <p:ph type="dt" sz="half" idx="10"/>
          </p:nvPr>
        </p:nvSpPr>
        <p:spPr>
          <a:xfrm>
            <a:off x="1051560" y="4892040"/>
            <a:ext cx="5486400" cy="320040"/>
          </a:xfrm>
        </p:spPr>
        <p:txBody>
          <a:bodyPr anchor="t" lIns="0" rIns="0">
            <a:normAutofit/>
          </a:bodyPr>
          <a:lstStyle>
            <a:lvl1pPr marL="0" indent="0">
              <a:buNone/>
              <a:defRPr sz="1400">
                <a:solidFill>
                  <a:srgbClr val="555E68"/>
                </a:solidFill>
              </a:defRPr>
            </a:lvl1pPr>
          </a:lstStyle>
          <a:p>
            <a:r>
              <a:rPr lang="en-GB" dirty="0"/>
              <a:t>Date</a:t>
            </a:r>
          </a:p>
        </p:txBody>
      </p:sp>
      <p:sp>
        <p:nvSpPr>
          <p:cNvPr id="7" name="Brand rule"/>
          <p:cNvSpPr/>
          <p:nvPr userDrawn="1"/>
        </p:nvSpPr>
        <p:spPr>
          <a:xfrm>
            <a:off x="1051560" y="5486400"/>
            <a:ext cx="548640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8" name="Brand rule"/>
          <p:cNvSpPr/>
          <p:nvPr userDrawn="1"/>
        </p:nvSpPr>
        <p:spPr>
          <a:xfrm>
            <a:off x="1600200" y="5486400"/>
            <a:ext cx="548640" cy="64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9" name="Brand rule"/>
          <p:cNvSpPr/>
          <p:nvPr userDrawn="1"/>
        </p:nvSpPr>
        <p:spPr>
          <a:xfrm>
            <a:off x="2148840" y="5486400"/>
            <a:ext cx="548640" cy="64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0" name="Footer"/>
          <p:cNvSpPr txBox="1"/>
          <p:nvPr userDrawn="1"/>
        </p:nvSpPr>
        <p:spPr>
          <a:xfrm>
            <a:off x="731520" y="6263640"/>
            <a:ext cx="4572000" cy="27432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GB" sz="1000" dirty="0">
                <a:solidFill>
                  <a:srgbClr val="555E68"/>
                </a:solidFill>
              </a:rPr>
              <a:t>PPADEM Project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411480"/>
            <a:ext cx="11094415" cy="868680"/>
          </a:xfrm>
        </p:spPr>
        <p:txBody>
          <a:bodyPr anchor="b" lIns="0" rIns="0">
            <a:normAutofit/>
          </a:bodyPr>
          <a:lstStyle/>
          <a:p>
            <a:r>
              <a:rPr lang="en-GB" dirty="0"/>
              <a:t>Click to add title</a:t>
            </a:r>
          </a:p>
        </p:txBody>
      </p:sp>
      <p:sp>
        <p:nvSpPr>
          <p:cNvPr id="3" name="Title rule"/>
          <p:cNvSpPr/>
          <p:nvPr userDrawn="1"/>
        </p:nvSpPr>
        <p:spPr>
          <a:xfrm>
            <a:off x="548640" y="1316736"/>
            <a:ext cx="11094415" cy="22860"/>
          </a:xfrm>
          <a:prstGeom prst="rect">
            <a:avLst/>
          </a:prstGeom>
          <a:solidFill>
            <a:srgbClr val="F2D0D0"/>
          </a:solidFill>
          <a:ln>
            <a:noFill/>
          </a:ln>
        </p:spPr>
      </p:sp>
      <p:sp>
        <p:nvSpPr>
          <p:cNvPr id="4" name="Title accent"/>
          <p:cNvSpPr/>
          <p:nvPr userDrawn="1"/>
        </p:nvSpPr>
        <p:spPr>
          <a:xfrm>
            <a:off x="548640" y="1305306"/>
            <a:ext cx="685800" cy="45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5" name="Content"/>
          <p:cNvSpPr>
            <a:spLocks noGrp="1"/>
          </p:cNvSpPr>
          <p:nvPr>
            <p:ph idx="1"/>
          </p:nvPr>
        </p:nvSpPr>
        <p:spPr>
          <a:xfrm>
            <a:off x="548640" y="1600200"/>
            <a:ext cx="11094415" cy="4434840"/>
          </a:xfrm>
        </p:spPr>
        <p:txBody>
          <a:bodyPr lIns="0" rIns="0">
            <a:normAutofit/>
          </a:bodyPr>
          <a:lstStyle/>
          <a:p>
            <a:r>
              <a:rPr lang="en-GB" dirty="0"/>
              <a:t>Click to add text, a table, chart or picture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showMasterSp="0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731520" y="2103120"/>
            <a:ext cx="10698480" cy="1463040"/>
          </a:xfrm>
        </p:spPr>
        <p:txBody>
          <a:bodyPr anchor="b" lIns="0" rIns="0">
            <a:normAutofit/>
          </a:bodyPr>
          <a:lstStyle>
            <a:lvl1pPr marL="0" indent="0">
              <a:buNone/>
              <a:defRPr sz="4400"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Section title</a:t>
            </a:r>
          </a:p>
        </p:txBody>
      </p:sp>
      <p:sp>
        <p:nvSpPr>
          <p:cNvPr id="3" name="Accent bar"/>
          <p:cNvSpPr/>
          <p:nvPr userDrawn="1"/>
        </p:nvSpPr>
        <p:spPr>
          <a:xfrm>
            <a:off x="731520" y="3703320"/>
            <a:ext cx="822960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</p:sp>
      <p:sp>
        <p:nvSpPr>
          <p:cNvPr id="4" name="Text"/>
          <p:cNvSpPr>
            <a:spLocks noGrp="1"/>
          </p:cNvSpPr>
          <p:nvPr>
            <p:ph type="body" idx="1"/>
          </p:nvPr>
        </p:nvSpPr>
        <p:spPr>
          <a:xfrm>
            <a:off x="731520" y="3931920"/>
            <a:ext cx="10698480" cy="1280160"/>
          </a:xfrm>
        </p:spPr>
        <p:txBody>
          <a:bodyPr anchor="t" lIns="0" rIns="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Optional one-line description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411480"/>
            <a:ext cx="11094415" cy="868680"/>
          </a:xfrm>
        </p:spPr>
        <p:txBody>
          <a:bodyPr anchor="b" lIns="0" rIns="0">
            <a:normAutofit/>
          </a:bodyPr>
          <a:lstStyle/>
          <a:p>
            <a:r>
              <a:rPr lang="en-GB" dirty="0"/>
              <a:t>Click to add title</a:t>
            </a:r>
          </a:p>
        </p:txBody>
      </p:sp>
      <p:sp>
        <p:nvSpPr>
          <p:cNvPr id="3" name="Title rule"/>
          <p:cNvSpPr/>
          <p:nvPr userDrawn="1"/>
        </p:nvSpPr>
        <p:spPr>
          <a:xfrm>
            <a:off x="548640" y="1316736"/>
            <a:ext cx="11094415" cy="22860"/>
          </a:xfrm>
          <a:prstGeom prst="rect">
            <a:avLst/>
          </a:prstGeom>
          <a:solidFill>
            <a:srgbClr val="F2D0D0"/>
          </a:solidFill>
          <a:ln>
            <a:noFill/>
          </a:ln>
        </p:spPr>
      </p:sp>
      <p:sp>
        <p:nvSpPr>
          <p:cNvPr id="4" name="Title accent"/>
          <p:cNvSpPr/>
          <p:nvPr userDrawn="1"/>
        </p:nvSpPr>
        <p:spPr>
          <a:xfrm>
            <a:off x="548640" y="1305306"/>
            <a:ext cx="685800" cy="45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5" name="Left"/>
          <p:cNvSpPr>
            <a:spLocks noGrp="1"/>
          </p:cNvSpPr>
          <p:nvPr>
            <p:ph sz="half" idx="1"/>
          </p:nvPr>
        </p:nvSpPr>
        <p:spPr>
          <a:xfrm>
            <a:off x="548640" y="1600200"/>
            <a:ext cx="5410048" cy="4434840"/>
          </a:xfrm>
        </p:spPr>
        <p:txBody>
          <a:bodyPr lIns="0" rIns="0">
            <a:normAutofit/>
          </a:bodyPr>
          <a:lstStyle/>
          <a:p>
            <a:r>
              <a:rPr lang="en-GB" dirty="0"/>
              <a:t>Left column</a:t>
            </a:r>
          </a:p>
        </p:txBody>
      </p:sp>
      <p:sp>
        <p:nvSpPr>
          <p:cNvPr id="6" name="Right"/>
          <p:cNvSpPr>
            <a:spLocks noGrp="1"/>
          </p:cNvSpPr>
          <p:nvPr>
            <p:ph sz="half" idx="2"/>
          </p:nvPr>
        </p:nvSpPr>
        <p:spPr>
          <a:xfrm>
            <a:off x="6233008" y="1600200"/>
            <a:ext cx="5410048" cy="4434840"/>
          </a:xfrm>
        </p:spPr>
        <p:txBody>
          <a:bodyPr lIns="0" rIns="0">
            <a:normAutofit/>
          </a:bodyPr>
          <a:lstStyle/>
          <a:p>
            <a:r>
              <a:rPr lang="en-GB" dirty="0"/>
              <a:t>Right column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411480"/>
            <a:ext cx="11094415" cy="868680"/>
          </a:xfrm>
        </p:spPr>
        <p:txBody>
          <a:bodyPr anchor="b" lIns="0" rIns="0">
            <a:normAutofit/>
          </a:bodyPr>
          <a:lstStyle/>
          <a:p>
            <a:r>
              <a:rPr lang="en-GB" dirty="0"/>
              <a:t>Click to add title</a:t>
            </a:r>
          </a:p>
        </p:txBody>
      </p:sp>
      <p:sp>
        <p:nvSpPr>
          <p:cNvPr id="3" name="Title rule"/>
          <p:cNvSpPr/>
          <p:nvPr userDrawn="1"/>
        </p:nvSpPr>
        <p:spPr>
          <a:xfrm>
            <a:off x="548640" y="1316736"/>
            <a:ext cx="11094415" cy="22860"/>
          </a:xfrm>
          <a:prstGeom prst="rect">
            <a:avLst/>
          </a:prstGeom>
          <a:solidFill>
            <a:srgbClr val="F2D0D0"/>
          </a:solidFill>
          <a:ln>
            <a:noFill/>
          </a:ln>
        </p:spPr>
      </p:sp>
      <p:sp>
        <p:nvSpPr>
          <p:cNvPr id="4" name="Title accent"/>
          <p:cNvSpPr/>
          <p:nvPr userDrawn="1"/>
        </p:nvSpPr>
        <p:spPr>
          <a:xfrm>
            <a:off x="548640" y="1305306"/>
            <a:ext cx="685800" cy="45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5" name="Left heading"/>
          <p:cNvSpPr>
            <a:spLocks noGrp="1"/>
          </p:cNvSpPr>
          <p:nvPr>
            <p:ph type="body" idx="1"/>
          </p:nvPr>
        </p:nvSpPr>
        <p:spPr>
          <a:xfrm>
            <a:off x="548640" y="1600200"/>
            <a:ext cx="5410048" cy="502920"/>
          </a:xfrm>
        </p:spPr>
        <p:txBody>
          <a:bodyPr anchor="b" lIns="0" rIns="0">
            <a:normAutofit/>
          </a:bodyPr>
          <a:lstStyle>
            <a:lvl1pPr marL="0" indent="0">
              <a:buNone/>
              <a:defRPr sz="2000" b="1">
                <a:solidFill>
                  <a:schemeClr val="accent2"/>
                </a:solidFill>
              </a:defRPr>
            </a:lvl1pPr>
          </a:lstStyle>
          <a:p>
            <a:r>
              <a:rPr lang="en-GB" dirty="0"/>
              <a:t>Left heading</a:t>
            </a:r>
          </a:p>
        </p:txBody>
      </p:sp>
      <p:sp>
        <p:nvSpPr>
          <p:cNvPr id="6" name="Left"/>
          <p:cNvSpPr>
            <a:spLocks noGrp="1"/>
          </p:cNvSpPr>
          <p:nvPr>
            <p:ph sz="half" idx="2"/>
          </p:nvPr>
        </p:nvSpPr>
        <p:spPr>
          <a:xfrm>
            <a:off x="548640" y="2240280"/>
            <a:ext cx="5410048" cy="3794760"/>
          </a:xfrm>
        </p:spPr>
        <p:txBody>
          <a:bodyPr lIns="0" rIns="0">
            <a:normAutofit/>
          </a:bodyPr>
          <a:lstStyle/>
          <a:p>
            <a:r>
              <a:rPr lang="en-GB" dirty="0"/>
              <a:t>Left column</a:t>
            </a:r>
          </a:p>
        </p:txBody>
      </p:sp>
      <p:sp>
        <p:nvSpPr>
          <p:cNvPr id="7" name="Right heading"/>
          <p:cNvSpPr>
            <a:spLocks noGrp="1"/>
          </p:cNvSpPr>
          <p:nvPr>
            <p:ph type="body" sz="quarter" idx="3"/>
          </p:nvPr>
        </p:nvSpPr>
        <p:spPr>
          <a:xfrm>
            <a:off x="6233008" y="1600200"/>
            <a:ext cx="5410048" cy="502920"/>
          </a:xfrm>
        </p:spPr>
        <p:txBody>
          <a:bodyPr anchor="b" lIns="0" rIns="0">
            <a:normAutofit/>
          </a:bodyPr>
          <a:lstStyle>
            <a:lvl1pPr marL="0" indent="0">
              <a:buNone/>
              <a:defRPr sz="2000" b="1">
                <a:solidFill>
                  <a:schemeClr val="accent2"/>
                </a:solidFill>
              </a:defRPr>
            </a:lvl1pPr>
          </a:lstStyle>
          <a:p>
            <a:r>
              <a:rPr lang="en-GB" dirty="0"/>
              <a:t>Right heading</a:t>
            </a:r>
          </a:p>
        </p:txBody>
      </p:sp>
      <p:sp>
        <p:nvSpPr>
          <p:cNvPr id="8" name="Right"/>
          <p:cNvSpPr>
            <a:spLocks noGrp="1"/>
          </p:cNvSpPr>
          <p:nvPr>
            <p:ph sz="quarter" idx="4"/>
          </p:nvPr>
        </p:nvSpPr>
        <p:spPr>
          <a:xfrm>
            <a:off x="6233008" y="2240280"/>
            <a:ext cx="5410048" cy="3794760"/>
          </a:xfrm>
        </p:spPr>
        <p:txBody>
          <a:bodyPr lIns="0" rIns="0">
            <a:normAutofit/>
          </a:bodyPr>
          <a:lstStyle/>
          <a:p>
            <a:r>
              <a:rPr lang="en-GB" dirty="0"/>
              <a:t>Right column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411480"/>
            <a:ext cx="11094415" cy="868680"/>
          </a:xfrm>
        </p:spPr>
        <p:txBody>
          <a:bodyPr anchor="b" lIns="0" rIns="0">
            <a:normAutofit/>
          </a:bodyPr>
          <a:lstStyle/>
          <a:p>
            <a:r>
              <a:rPr lang="en-GB" dirty="0"/>
              <a:t>Click to add title</a:t>
            </a:r>
          </a:p>
        </p:txBody>
      </p:sp>
      <p:sp>
        <p:nvSpPr>
          <p:cNvPr id="3" name="Title rule"/>
          <p:cNvSpPr/>
          <p:nvPr userDrawn="1"/>
        </p:nvSpPr>
        <p:spPr>
          <a:xfrm>
            <a:off x="548640" y="1316736"/>
            <a:ext cx="11094415" cy="22860"/>
          </a:xfrm>
          <a:prstGeom prst="rect">
            <a:avLst/>
          </a:prstGeom>
          <a:solidFill>
            <a:srgbClr val="F2D0D0"/>
          </a:solidFill>
          <a:ln>
            <a:noFill/>
          </a:ln>
        </p:spPr>
      </p:sp>
      <p:sp>
        <p:nvSpPr>
          <p:cNvPr id="4" name="Title accent"/>
          <p:cNvSpPr/>
          <p:nvPr userDrawn="1"/>
        </p:nvSpPr>
        <p:spPr>
          <a:xfrm>
            <a:off x="548640" y="1305306"/>
            <a:ext cx="685800" cy="45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3840480" cy="1188720"/>
          </a:xfrm>
        </p:spPr>
        <p:txBody>
          <a:bodyPr anchor="b" lIns="0" rIns="0"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3" name="Title rule"/>
          <p:cNvSpPr/>
          <p:nvPr userDrawn="1"/>
        </p:nvSpPr>
        <p:spPr>
          <a:xfrm>
            <a:off x="548640" y="1828800"/>
            <a:ext cx="3840480" cy="22860"/>
          </a:xfrm>
          <a:prstGeom prst="rect">
            <a:avLst/>
          </a:prstGeom>
          <a:solidFill>
            <a:srgbClr val="F2D0D0"/>
          </a:solidFill>
          <a:ln>
            <a:noFill/>
          </a:ln>
        </p:spPr>
      </p:sp>
      <p:sp>
        <p:nvSpPr>
          <p:cNvPr id="4" name="Title accent"/>
          <p:cNvSpPr/>
          <p:nvPr userDrawn="1"/>
        </p:nvSpPr>
        <p:spPr>
          <a:xfrm>
            <a:off x="548640" y="1817370"/>
            <a:ext cx="685800" cy="45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5" name="Caption"/>
          <p:cNvSpPr>
            <a:spLocks noGrp="1"/>
          </p:cNvSpPr>
          <p:nvPr>
            <p:ph type="body" sz="half" idx="2"/>
          </p:nvPr>
        </p:nvSpPr>
        <p:spPr>
          <a:xfrm>
            <a:off x="548640" y="2057400"/>
            <a:ext cx="3840480" cy="3977640"/>
          </a:xfrm>
        </p:spPr>
        <p:txBody>
          <a:bodyPr lIns="0" rIns="0">
            <a:normAutofit/>
          </a:bodyPr>
          <a:lstStyle>
            <a:lvl1pPr marL="0" indent="0">
              <a:buNone/>
              <a:defRPr sz="1600"/>
            </a:lvl1pPr>
          </a:lstStyle>
          <a:p>
            <a:r>
              <a:rPr lang="en-GB" dirty="0"/>
              <a:t>Caption or key message</a:t>
            </a:r>
          </a:p>
        </p:txBody>
      </p:sp>
      <p:sp>
        <p:nvSpPr>
          <p:cNvPr id="6" name="Content"/>
          <p:cNvSpPr>
            <a:spLocks noGrp="1"/>
          </p:cNvSpPr>
          <p:nvPr>
            <p:ph idx="1"/>
          </p:nvPr>
        </p:nvSpPr>
        <p:spPr>
          <a:xfrm>
            <a:off x="4754880" y="548640"/>
            <a:ext cx="6888175" cy="5486400"/>
          </a:xfrm>
        </p:spPr>
        <p:txBody>
          <a:bodyPr>
            <a:normAutofit/>
          </a:bodyPr>
          <a:lstStyle/>
          <a:p>
            <a:r>
              <a:rPr lang="en-GB" dirty="0"/>
              <a:t>Click to add a table, chart or text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3840480" cy="1188720"/>
          </a:xfrm>
        </p:spPr>
        <p:txBody>
          <a:bodyPr anchor="b" lIns="0" rIns="0"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3" name="Title rule"/>
          <p:cNvSpPr/>
          <p:nvPr userDrawn="1"/>
        </p:nvSpPr>
        <p:spPr>
          <a:xfrm>
            <a:off x="548640" y="1828800"/>
            <a:ext cx="3840480" cy="22860"/>
          </a:xfrm>
          <a:prstGeom prst="rect">
            <a:avLst/>
          </a:prstGeom>
          <a:solidFill>
            <a:srgbClr val="F2D0D0"/>
          </a:solidFill>
          <a:ln>
            <a:noFill/>
          </a:ln>
        </p:spPr>
      </p:sp>
      <p:sp>
        <p:nvSpPr>
          <p:cNvPr id="4" name="Title accent"/>
          <p:cNvSpPr/>
          <p:nvPr userDrawn="1"/>
        </p:nvSpPr>
        <p:spPr>
          <a:xfrm>
            <a:off x="548640" y="1817370"/>
            <a:ext cx="685800" cy="45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5" name="Caption"/>
          <p:cNvSpPr>
            <a:spLocks noGrp="1"/>
          </p:cNvSpPr>
          <p:nvPr>
            <p:ph type="body" sz="half" idx="2"/>
          </p:nvPr>
        </p:nvSpPr>
        <p:spPr>
          <a:xfrm>
            <a:off x="548640" y="2057400"/>
            <a:ext cx="3840480" cy="3977640"/>
          </a:xfrm>
        </p:spPr>
        <p:txBody>
          <a:bodyPr lIns="0" rIns="0">
            <a:normAutofit/>
          </a:bodyPr>
          <a:lstStyle>
            <a:lvl1pPr marL="0" indent="0">
              <a:buNone/>
              <a:defRPr sz="1600"/>
            </a:lvl1pPr>
          </a:lstStyle>
          <a:p>
            <a:r>
              <a:rPr lang="en-GB" dirty="0"/>
              <a:t>Caption or key message</a:t>
            </a:r>
          </a:p>
        </p:txBody>
      </p:sp>
      <p:sp>
        <p:nvSpPr>
          <p:cNvPr id="6" name="Content"/>
          <p:cNvSpPr>
            <a:spLocks noGrp="1"/>
          </p:cNvSpPr>
          <p:nvPr>
            <p:ph type="pic" idx="1"/>
          </p:nvPr>
        </p:nvSpPr>
        <p:spPr>
          <a:xfrm>
            <a:off x="4754880" y="548640"/>
            <a:ext cx="6888175" cy="5486400"/>
          </a:xfrm>
        </p:spPr>
        <p:txBody>
          <a:bodyPr>
            <a:normAutofit/>
          </a:bodyPr>
          <a:lstStyle/>
          <a:p>
            <a:r>
              <a:rPr lang="en-GB" dirty="0"/>
              <a:t>Click the icon to add a picture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(Teal)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731520" y="2103120"/>
            <a:ext cx="10698480" cy="1463040"/>
          </a:xfrm>
        </p:spPr>
        <p:txBody>
          <a:bodyPr anchor="b" lIns="0" rIns="0">
            <a:normAutofit/>
          </a:bodyPr>
          <a:lstStyle>
            <a:lvl1pPr marL="0" indent="0">
              <a:buNone/>
              <a:defRPr sz="4400"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Section title</a:t>
            </a:r>
          </a:p>
        </p:txBody>
      </p:sp>
      <p:sp>
        <p:nvSpPr>
          <p:cNvPr id="3" name="Accent bar"/>
          <p:cNvSpPr/>
          <p:nvPr userDrawn="1"/>
        </p:nvSpPr>
        <p:spPr>
          <a:xfrm>
            <a:off x="731520" y="3703320"/>
            <a:ext cx="822960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</p:sp>
      <p:sp>
        <p:nvSpPr>
          <p:cNvPr id="4" name="Text"/>
          <p:cNvSpPr>
            <a:spLocks noGrp="1"/>
          </p:cNvSpPr>
          <p:nvPr>
            <p:ph type="body" idx="1"/>
          </p:nvPr>
        </p:nvSpPr>
        <p:spPr>
          <a:xfrm>
            <a:off x="731520" y="3931920"/>
            <a:ext cx="10698480" cy="1280160"/>
          </a:xfrm>
        </p:spPr>
        <p:txBody>
          <a:bodyPr anchor="t" lIns="0" rIns="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Optional one-line description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(Gold)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731520" y="2103120"/>
            <a:ext cx="10698480" cy="1463040"/>
          </a:xfrm>
        </p:spPr>
        <p:txBody>
          <a:bodyPr anchor="b" lIns="0" rIns="0">
            <a:normAutofit/>
          </a:bodyPr>
          <a:lstStyle>
            <a:lvl1pPr marL="0" indent="0">
              <a:buNone/>
              <a:defRPr sz="4400" b="1">
                <a:solidFill>
                  <a:schemeClr val="accent5"/>
                </a:solidFill>
              </a:defRPr>
            </a:lvl1pPr>
          </a:lstStyle>
          <a:p>
            <a:r>
              <a:rPr lang="en-GB" dirty="0"/>
              <a:t>Section title</a:t>
            </a:r>
          </a:p>
        </p:txBody>
      </p:sp>
      <p:sp>
        <p:nvSpPr>
          <p:cNvPr id="3" name="Accent bar"/>
          <p:cNvSpPr/>
          <p:nvPr userDrawn="1"/>
        </p:nvSpPr>
        <p:spPr>
          <a:xfrm>
            <a:off x="731520" y="3703320"/>
            <a:ext cx="822960" cy="6400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4" name="Text"/>
          <p:cNvSpPr>
            <a:spLocks noGrp="1"/>
          </p:cNvSpPr>
          <p:nvPr>
            <p:ph type="body" idx="1"/>
          </p:nvPr>
        </p:nvSpPr>
        <p:spPr>
          <a:xfrm>
            <a:off x="731520" y="3931920"/>
            <a:ext cx="10698480" cy="1280160"/>
          </a:xfrm>
        </p:spPr>
        <p:txBody>
          <a:bodyPr anchor="t" lIns="0" rIns="0">
            <a:normAutofit/>
          </a:bodyPr>
          <a:lstStyle>
            <a:lvl1pPr marL="0" indent="0">
              <a:buNone/>
              <a:defRPr sz="2000">
                <a:solidFill>
                  <a:schemeClr val="accent5"/>
                </a:solidFill>
              </a:defRPr>
            </a:lvl1pPr>
          </a:lstStyle>
          <a:p>
            <a:r>
              <a:rPr lang="en-GB" dirty="0"/>
              <a:t>Optional one-line description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">
    <p:bg>
      <p:bgPr>
        <a:solidFill>
          <a:srgbClr val="FD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PPADEM 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23624" y="914400"/>
            <a:ext cx="1344448" cy="1188720"/>
          </a:xfrm>
          <a:prstGeom prst="rect">
            <a:avLst/>
          </a:prstGeom>
        </p:spPr>
      </p:pic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548640" y="2377440"/>
            <a:ext cx="11094415" cy="1097280"/>
          </a:xfrm>
        </p:spPr>
        <p:txBody>
          <a:bodyPr anchor="b" lIns="0" rIns="0">
            <a:normAutofit/>
          </a:bodyPr>
          <a:lstStyle>
            <a:lvl1pPr algn="ctr" marL="0" indent="0">
              <a:buNone/>
              <a:defRPr sz="4400" b="1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Thank you</a:t>
            </a:r>
          </a:p>
        </p:txBody>
      </p:sp>
      <p:sp>
        <p:nvSpPr>
          <p:cNvPr id="4" name="Accent bar"/>
          <p:cNvSpPr/>
          <p:nvPr userDrawn="1"/>
        </p:nvSpPr>
        <p:spPr>
          <a:xfrm>
            <a:off x="5684368" y="3611880"/>
            <a:ext cx="822960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5" name="Text"/>
          <p:cNvSpPr>
            <a:spLocks noGrp="1"/>
          </p:cNvSpPr>
          <p:nvPr>
            <p:ph type="body" idx="1"/>
          </p:nvPr>
        </p:nvSpPr>
        <p:spPr>
          <a:xfrm>
            <a:off x="1463040" y="3886200"/>
            <a:ext cx="9265615" cy="1463040"/>
          </a:xfrm>
        </p:spPr>
        <p:txBody>
          <a:bodyPr anchor="t" lIns="0" rIns="0">
            <a:normAutofit/>
          </a:bodyPr>
          <a:lstStyle>
            <a:lvl1pPr algn="ctr" marL="0" indent="0">
              <a:buNone/>
              <a:defRPr sz="2000">
                <a:solidFill>
                  <a:srgbClr val="555E68"/>
                </a:solidFill>
              </a:defRPr>
            </a:lvl1pPr>
          </a:lstStyle>
          <a:p>
            <a:r>
              <a:rPr lang="en-GB" dirty="0"/>
              <a:t>Contact details or next steps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411480"/>
            <a:ext cx="11094415" cy="868680"/>
          </a:xfrm>
        </p:spPr>
        <p:txBody>
          <a:bodyPr anchor="b" lIns="0" rIns="0">
            <a:normAutofit/>
          </a:bodyPr>
          <a:lstStyle/>
          <a:p>
            <a:r>
              <a:rPr lang="en-GB" dirty="0"/>
              <a:t>Click to edit title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548640" y="1600200"/>
            <a:ext cx="11094415" cy="4434840"/>
          </a:xfrm>
        </p:spPr>
        <p:txBody>
          <a:bodyPr lIns="0" rIns="0">
            <a:normAutofit/>
          </a:bodyPr>
          <a:lstStyle/>
          <a:p>
            <a:r>
              <a:rPr lang="en-GB" dirty="0"/>
              <a:t>Click to edit text</a:t>
            </a:r>
          </a:p>
        </p:txBody>
      </p:sp>
      <p:sp>
        <p:nvSpPr>
          <p:cNvPr id="4" name="Footer"/>
          <p:cNvSpPr txBox="1"/>
          <p:nvPr userDrawn="1"/>
        </p:nvSpPr>
        <p:spPr>
          <a:xfrm>
            <a:off x="548640" y="6327648"/>
            <a:ext cx="4572000" cy="27432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GB" sz="1000" dirty="0">
                <a:solidFill>
                  <a:srgbClr val="555E68"/>
                </a:solidFill>
              </a:rPr>
              <a:t>PPADEM Project</a:t>
            </a:r>
          </a:p>
        </p:txBody>
      </p:sp>
      <p:sp>
        <p:nvSpPr>
          <p:cNvPr id="5" name="Slide number"/>
          <p:cNvSpPr txBox="1"/>
          <p:nvPr userDrawn="1"/>
        </p:nvSpPr>
        <p:spPr>
          <a:xfrm>
            <a:off x="9976970" y="6327648"/>
            <a:ext cx="868680" cy="27432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B6F15528-21DE-4FAA-801E-634DDDAF4B2B}" type="slidenum">
              <a:rPr lang="en-GB" sz="1000" dirty="0">
                <a:solidFill>
                  <a:srgbClr val="555E68"/>
                </a:solidFill>
              </a:rPr>
              <a:t>‹#›</a:t>
            </a:fld>
          </a:p>
        </p:txBody>
      </p:sp>
      <p:pic>
        <p:nvPicPr>
          <p:cNvPr id="6" name="Logo" descr="PPADEM logo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1074250" y="6172200"/>
            <a:ext cx="568805" cy="502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8" r:id="rId11"/>
    <p:sldLayoutId id="2147483659" r:id="rId10"/>
    <p:sldLayoutId id="2147483652" r:id="rId4"/>
    <p:sldLayoutId id="2147483653" r:id="rId5"/>
    <p:sldLayoutId id="2147483654" r:id="rId6"/>
    <p:sldLayoutId id="2147483656" r:id="rId8"/>
    <p:sldLayoutId id="2147483657" r:id="rId9"/>
    <p:sldLayoutId id="2147483655" r:id="rId7"/>
    <p:sldLayoutId id="2147483660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74320" algn="l" defTabSz="914400" rtl="0" eaLnBrk="1" latinLnBrk="0" hangingPunct="1">
        <a:lnSpc>
          <a:spcPct val="100000"/>
        </a:lnSpc>
        <a:spcBef>
          <a:spcPts val="400"/>
        </a:spcBef>
        <a:buClr>
          <a:schemeClr val="accent2"/>
        </a:buClr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indent="-274320" algn="l" defTabSz="914400" rtl="0" eaLnBrk="1" latinLnBrk="0" hangingPunct="1">
        <a:lnSpc>
          <a:spcPct val="100000"/>
        </a:lnSpc>
        <a:spcBef>
          <a:spcPts val="400"/>
        </a:spcBef>
        <a:buClr>
          <a:schemeClr val="accent2"/>
        </a:buClr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914400" rtl="0" eaLnBrk="1" latinLnBrk="0" hangingPunct="1">
        <a:lnSpc>
          <a:spcPct val="100000"/>
        </a:lnSpc>
        <a:spcBef>
          <a:spcPts val="400"/>
        </a:spcBef>
        <a:buClr>
          <a:schemeClr val="accent4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331720" indent="-274320" algn="l" defTabSz="914400" rtl="0" eaLnBrk="1" latinLnBrk="0" hangingPunct="1">
        <a:lnSpc>
          <a:spcPct val="100000"/>
        </a:lnSpc>
        <a:spcBef>
          <a:spcPts val="400"/>
        </a:spcBef>
        <a:buClr>
          <a:schemeClr val="accent4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indent="-274320" algn="l" defTabSz="914400" rtl="0" eaLnBrk="1" latinLnBrk="0" hangingPunct="1">
        <a:lnSpc>
          <a:spcPct val="100000"/>
        </a:lnSpc>
        <a:spcBef>
          <a:spcPts val="400"/>
        </a:spcBef>
        <a:buClr>
          <a:schemeClr val="accent4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3154680" indent="-274320" algn="l" defTabSz="914400" rtl="0" eaLnBrk="1" latinLnBrk="0" hangingPunct="1">
        <a:lnSpc>
          <a:spcPct val="100000"/>
        </a:lnSpc>
        <a:spcBef>
          <a:spcPts val="400"/>
        </a:spcBef>
        <a:buClr>
          <a:schemeClr val="accent4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566160" indent="-274320" algn="l" defTabSz="914400" rtl="0" eaLnBrk="1" latinLnBrk="0" hangingPunct="1">
        <a:lnSpc>
          <a:spcPct val="100000"/>
        </a:lnSpc>
        <a:spcBef>
          <a:spcPts val="400"/>
        </a:spcBef>
        <a:buClr>
          <a:schemeClr val="accent4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977640" indent="-274320" algn="l" defTabSz="914400" rtl="0" eaLnBrk="1" latinLnBrk="0" hangingPunct="1">
        <a:lnSpc>
          <a:spcPct val="100000"/>
        </a:lnSpc>
        <a:spcBef>
          <a:spcPts val="400"/>
        </a:spcBef>
        <a:buClr>
          <a:schemeClr val="accent4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Using the PPADEM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How to build a branded PowerPoint deck</a:t>
            </a:r>
          </a:p>
          <a:p>
            <a:r>
              <a:t>PPADEM Project Team ·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Start here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 slides with Home → New Slide and pick a layout from the list</a:t>
            </a:r>
          </a:p>
          <a:p>
            <a:r>
              <a:t>Every layout already has the logo, colours and fonts – just type into the boxes</a:t>
            </a:r>
          </a:p>
          <a:p>
            <a:r>
              <a:t>Change a slide's layout with Home → Layout</a:t>
            </a:r>
          </a:p>
          <a:p>
            <a:pPr lvl="1"/>
            <a:r>
              <a:t>Use the Tab key to indent a bullet, Shift+Tab to go back</a:t>
            </a:r>
          </a:p>
          <a:p>
            <a:r>
              <a:t>Pick colours from the Theme Colours row so they stay on brand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divider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the red divider to start each part of a talk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 Content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Put text, a picture, a table or a chart on each side</a:t>
            </a:r>
          </a:p>
          <a:p>
            <a:r>
              <a:t>Good for before/after or text plus figure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Each side has its own placeholder</a:t>
            </a:r>
          </a:p>
          <a:p>
            <a:r>
              <a:t>Click the icons in an empty box to insert content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 layout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Option 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Short teal heading above each column</a:t>
            </a:r>
          </a:p>
          <a:p>
            <a:r>
              <a:t>Use it to compare two cases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Option B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r>
              <a:t>The headings are styled for you</a:t>
            </a:r>
          </a:p>
          <a:p>
            <a:r>
              <a:t>Keep each column to a few bullets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programme highlights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1560" y="2194560"/>
            <a:ext cx="3108960" cy="1737360"/>
          </a:xfrm>
          <a:prstGeom prst="roundRect">
            <a:avLst>
              <a:gd name="adj" fmla="val 6000"/>
            </a:avLst>
          </a:prstGeom>
          <a:solidFill>
            <a:srgbClr val="F8F9FA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800" b="1">
                <a:solidFill>
                  <a:srgbClr val="990000"/>
                </a:solidFill>
              </a:rPr>
              <a:t>25</a:t>
            </a:r>
          </a:p>
          <a:p>
            <a:pPr algn="ctr"/>
            <a:r>
              <a:rPr sz="1800">
                <a:solidFill>
                  <a:srgbClr val="24292E"/>
                </a:solidFill>
              </a:rPr>
              <a:t>Countries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09160" y="2194560"/>
            <a:ext cx="3108960" cy="1737360"/>
          </a:xfrm>
          <a:prstGeom prst="roundRect">
            <a:avLst>
              <a:gd name="adj" fmla="val 6000"/>
            </a:avLst>
          </a:prstGeom>
          <a:solidFill>
            <a:srgbClr val="F8F9FA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800" b="1">
                <a:solidFill>
                  <a:srgbClr val="298C8C"/>
                </a:solidFill>
              </a:rPr>
              <a:t>80</a:t>
            </a:r>
          </a:p>
          <a:p>
            <a:pPr algn="ctr"/>
            <a:r>
              <a:rPr sz="1800">
                <a:solidFill>
                  <a:srgbClr val="24292E"/>
                </a:solidFill>
              </a:rPr>
              <a:t>Political parties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66760" y="2194560"/>
            <a:ext cx="3108960" cy="1737360"/>
          </a:xfrm>
          <a:prstGeom prst="roundRect">
            <a:avLst>
              <a:gd name="adj" fmla="val 6000"/>
            </a:avLst>
          </a:prstGeom>
          <a:solidFill>
            <a:srgbClr val="F8F9FA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800" b="1">
                <a:solidFill>
                  <a:srgbClr val="B8740B"/>
                </a:solidFill>
              </a:rPr>
              <a:t>6</a:t>
            </a:r>
          </a:p>
          <a:p>
            <a:pPr algn="ctr"/>
            <a:r>
              <a:rPr sz="1800">
                <a:solidFill>
                  <a:srgbClr val="24292E"/>
                </a:solidFill>
              </a:rPr>
              <a:t>Active workstreams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1109441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555E68"/>
                </a:solidFill>
              </a:rPr>
              <a:t>Copy these stat tiles to other slides and change the numbers.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Charts use the brand colours automatically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600200"/>
          <a:ext cx="11094415" cy="4434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Tables pick up the brand style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600200"/>
          <a:ext cx="1109441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457200">
                <a:tc>
                  <a:txBody>
                    <a:bodyPr/>
                    <a:lstStyle/>
                    <a:p>
                      <a:r>
                        <a:rPr sz="18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Parties surveyed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Interviews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800"/>
                        <a:t>Ghana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62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800"/>
                        <a:t>Kenya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71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800"/>
                        <a:t>Zambia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48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80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181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 with Caption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Large content area</a:t>
            </a:r>
          </a:p>
          <a:p>
            <a:r>
              <a:t>Paste a chart, table or picture here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>
            <a:r>
              <a:t>Use the narrow column for the key message and the large area for a chart or table.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Teal section divider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An alternative colour for a second part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Gold section divider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And a third, for appendices or Q&amp;A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Questions and discussion</a:t>
            </a:r>
          </a:p>
          <a:p>
            <a:r>
              <a:t>[Your name] · [email address]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ADEM">
  <a:themeElements>
    <a:clrScheme name="PPADEM">
      <a:dk1>
        <a:srgbClr val="212529"/>
      </a:dk1>
      <a:lt1>
        <a:srgbClr val="FFFFFF"/>
      </a:lt1>
      <a:dk2>
        <a:srgbClr val="660000"/>
      </a:dk2>
      <a:lt2>
        <a:srgbClr val="F8F9FA"/>
      </a:lt2>
      <a:accent1>
        <a:srgbClr val="990000"/>
      </a:accent1>
      <a:accent2>
        <a:srgbClr val="298C8C"/>
      </a:accent2>
      <a:accent3>
        <a:srgbClr val="F1A226"/>
      </a:accent3>
      <a:accent4>
        <a:srgbClr val="B8B8B8"/>
      </a:accent4>
      <a:accent5>
        <a:srgbClr val="24292E"/>
      </a:accent5>
      <a:accent6>
        <a:srgbClr val="1F6B6B"/>
      </a:accent6>
      <a:hlink>
        <a:srgbClr val="990000"/>
      </a:hlink>
      <a:folHlink>
        <a:srgbClr val="1F6B6B"/>
      </a:folHlink>
    </a:clrScheme>
    <a:fontScheme name="PPADEM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PPADEM presentation</dc:title>
  <dc:creator>PPADEM Project</dc:creator>
  <cp:lastModifiedBy>PPADEM Project</cp:lastModifiedBy>
  <cp:revision>5</cp:revision>
  <dcterms:created xsi:type="dcterms:W3CDTF">2017-06-05T14:10:58Z</dcterms:created>
  <dcterms:modified xsi:type="dcterms:W3CDTF">2022-01-02T22:49:03Z</dcterms:modified>
</cp:coreProperties>
</file>