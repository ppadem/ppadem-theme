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/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PADEM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40080"/>
            <a:ext cx="1034190" cy="914400"/>
          </a:xfrm>
          <a:prstGeom prst="rect">
            <a:avLst/>
          </a:prstGeom>
        </p:spPr>
      </p:pic>
      <p:sp>
        <p:nvSpPr>
          <p:cNvPr id="3" name="Accent bar"/>
          <p:cNvSpPr/>
          <p:nvPr userDrawn="1"/>
        </p:nvSpPr>
        <p:spPr>
          <a:xfrm>
            <a:off x="731520" y="2148840"/>
            <a:ext cx="82296" cy="3063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Title"/>
          <p:cNvSpPr>
            <a:spLocks noGrp="1"/>
          </p:cNvSpPr>
          <p:nvPr>
            <p:ph type="ctrTitle"/>
          </p:nvPr>
        </p:nvSpPr>
        <p:spPr>
          <a:xfrm>
            <a:off x="1051560" y="2148840"/>
            <a:ext cx="9875520" cy="160020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>
          <a:xfrm>
            <a:off x="1051560" y="3840480"/>
            <a:ext cx="9875520" cy="1005840"/>
          </a:xfrm>
        </p:spPr>
        <p:txBody>
          <a:bodyPr anchor="t" lIns="0" rIns="0">
            <a:norm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Subtitle · Presenter · Date</a:t>
            </a:r>
          </a:p>
        </p:txBody>
      </p:sp>
      <p:sp>
        <p:nvSpPr>
          <p:cNvPr id="6" name="Date"/>
          <p:cNvSpPr>
            <a:spLocks noGrp="1"/>
          </p:cNvSpPr>
          <p:nvPr>
            <p:ph type="dt" sz="half" idx="10"/>
          </p:nvPr>
        </p:nvSpPr>
        <p:spPr>
          <a:xfrm>
            <a:off x="1051560" y="4892040"/>
            <a:ext cx="5486400" cy="320040"/>
          </a:xfrm>
        </p:spPr>
        <p:txBody>
          <a:bodyPr anchor="t" lIns="0" rIns="0">
            <a:normAutofit/>
          </a:bodyPr>
          <a:lstStyle>
            <a:lvl1pPr marL="0" indent="0">
              <a:buNone/>
              <a:defRPr sz="1400">
                <a:solidFill>
                  <a:srgbClr val="555E68"/>
                </a:solidFill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7" name="Brand rule"/>
          <p:cNvSpPr/>
          <p:nvPr userDrawn="1"/>
        </p:nvSpPr>
        <p:spPr>
          <a:xfrm>
            <a:off x="1051560" y="5486400"/>
            <a:ext cx="54864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Brand rule"/>
          <p:cNvSpPr/>
          <p:nvPr userDrawn="1"/>
        </p:nvSpPr>
        <p:spPr>
          <a:xfrm>
            <a:off x="1600200" y="5486400"/>
            <a:ext cx="548640" cy="64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9" name="Brand rule"/>
          <p:cNvSpPr/>
          <p:nvPr userDrawn="1"/>
        </p:nvSpPr>
        <p:spPr>
          <a:xfrm>
            <a:off x="2148840" y="5486400"/>
            <a:ext cx="54864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" name="Footer"/>
          <p:cNvSpPr txBox="1"/>
          <p:nvPr userDrawn="1"/>
        </p:nvSpPr>
        <p:spPr>
          <a:xfrm>
            <a:off x="731520" y="626364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1000" dirty="0">
                <a:solidFill>
                  <a:srgbClr val="555E68"/>
                </a:solidFill>
              </a:rPr>
              <a:t>PPADEM Project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68680"/>
          </a:xfrm>
        </p:spPr>
        <p:txBody>
          <a:bodyPr anchor="b" lIns="0" rIns="0">
            <a:norm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316736"/>
            <a:ext cx="11094415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305306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ontent"/>
          <p:cNvSpPr>
            <a:spLocks noGrp="1"/>
          </p:cNvSpPr>
          <p:nvPr>
            <p:ph idx="1"/>
          </p:nvPr>
        </p:nvSpPr>
        <p:spPr>
          <a:xfrm>
            <a:off x="548640" y="1600200"/>
            <a:ext cx="11094415" cy="4434840"/>
          </a:xfrm>
        </p:spPr>
        <p:txBody>
          <a:bodyPr lIns="0" rIns="0">
            <a:normAutofit/>
          </a:bodyPr>
          <a:lstStyle/>
          <a:p>
            <a:r>
              <a:rPr lang="en-GB" dirty="0"/>
              <a:t>Click to add text, a table, chart or picture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103120"/>
            <a:ext cx="10698480" cy="146304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3" name="Accent bar"/>
          <p:cNvSpPr/>
          <p:nvPr userDrawn="1"/>
        </p:nvSpPr>
        <p:spPr>
          <a:xfrm>
            <a:off x="731520" y="3703320"/>
            <a:ext cx="82296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4" name="Text"/>
          <p:cNvSpPr>
            <a:spLocks noGrp="1"/>
          </p:cNvSpPr>
          <p:nvPr>
            <p:ph type="body" idx="1"/>
          </p:nvPr>
        </p:nvSpPr>
        <p:spPr>
          <a:xfrm>
            <a:off x="731520" y="3931920"/>
            <a:ext cx="10698480" cy="1280160"/>
          </a:xfrm>
        </p:spPr>
        <p:txBody>
          <a:bodyPr anchor="t" lIns="0" rIns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Optional one-line description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68680"/>
          </a:xfrm>
        </p:spPr>
        <p:txBody>
          <a:bodyPr anchor="b" lIns="0" rIns="0">
            <a:norm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316736"/>
            <a:ext cx="11094415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305306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Left"/>
          <p:cNvSpPr>
            <a:spLocks noGrp="1"/>
          </p:cNvSpPr>
          <p:nvPr>
            <p:ph sz="half" idx="1"/>
          </p:nvPr>
        </p:nvSpPr>
        <p:spPr>
          <a:xfrm>
            <a:off x="548640" y="1600200"/>
            <a:ext cx="5410048" cy="4434840"/>
          </a:xfrm>
        </p:spPr>
        <p:txBody>
          <a:bodyPr lIns="0" rIns="0">
            <a:normAutofit/>
          </a:bodyPr>
          <a:lstStyle/>
          <a:p>
            <a:r>
              <a:rPr lang="en-GB" dirty="0"/>
              <a:t>Left column</a:t>
            </a:r>
          </a:p>
        </p:txBody>
      </p:sp>
      <p:sp>
        <p:nvSpPr>
          <p:cNvPr id="6" name="Right"/>
          <p:cNvSpPr>
            <a:spLocks noGrp="1"/>
          </p:cNvSpPr>
          <p:nvPr>
            <p:ph sz="half" idx="2"/>
          </p:nvPr>
        </p:nvSpPr>
        <p:spPr>
          <a:xfrm>
            <a:off x="6233008" y="1600200"/>
            <a:ext cx="5410048" cy="4434840"/>
          </a:xfrm>
        </p:spPr>
        <p:txBody>
          <a:bodyPr lIns="0" rIns="0">
            <a:normAutofit/>
          </a:bodyPr>
          <a:lstStyle/>
          <a:p>
            <a:r>
              <a:rPr lang="en-GB" dirty="0"/>
              <a:t>Right column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68680"/>
          </a:xfrm>
        </p:spPr>
        <p:txBody>
          <a:bodyPr anchor="b" lIns="0" rIns="0">
            <a:norm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316736"/>
            <a:ext cx="11094415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305306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Left heading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5410048" cy="50292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Left heading</a:t>
            </a:r>
          </a:p>
        </p:txBody>
      </p:sp>
      <p:sp>
        <p:nvSpPr>
          <p:cNvPr id="6" name="Left"/>
          <p:cNvSpPr>
            <a:spLocks noGrp="1"/>
          </p:cNvSpPr>
          <p:nvPr>
            <p:ph sz="half" idx="2"/>
          </p:nvPr>
        </p:nvSpPr>
        <p:spPr>
          <a:xfrm>
            <a:off x="548640" y="2240280"/>
            <a:ext cx="5410048" cy="3794760"/>
          </a:xfrm>
        </p:spPr>
        <p:txBody>
          <a:bodyPr lIns="0" rIns="0">
            <a:normAutofit/>
          </a:bodyPr>
          <a:lstStyle/>
          <a:p>
            <a:r>
              <a:rPr lang="en-GB" dirty="0"/>
              <a:t>Left column</a:t>
            </a:r>
          </a:p>
        </p:txBody>
      </p:sp>
      <p:sp>
        <p:nvSpPr>
          <p:cNvPr id="7" name="Right heading"/>
          <p:cNvSpPr>
            <a:spLocks noGrp="1"/>
          </p:cNvSpPr>
          <p:nvPr>
            <p:ph type="body" sz="quarter" idx="3"/>
          </p:nvPr>
        </p:nvSpPr>
        <p:spPr>
          <a:xfrm>
            <a:off x="6233008" y="1600200"/>
            <a:ext cx="5410048" cy="50292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Right heading</a:t>
            </a:r>
          </a:p>
        </p:txBody>
      </p:sp>
      <p:sp>
        <p:nvSpPr>
          <p:cNvPr id="8" name="Right"/>
          <p:cNvSpPr>
            <a:spLocks noGrp="1"/>
          </p:cNvSpPr>
          <p:nvPr>
            <p:ph sz="quarter" idx="4"/>
          </p:nvPr>
        </p:nvSpPr>
        <p:spPr>
          <a:xfrm>
            <a:off x="6233008" y="2240280"/>
            <a:ext cx="5410048" cy="3794760"/>
          </a:xfrm>
        </p:spPr>
        <p:txBody>
          <a:bodyPr lIns="0" rIns="0">
            <a:normAutofit/>
          </a:bodyPr>
          <a:lstStyle/>
          <a:p>
            <a:r>
              <a:rPr lang="en-GB" dirty="0"/>
              <a:t>Right column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68680"/>
          </a:xfrm>
        </p:spPr>
        <p:txBody>
          <a:bodyPr anchor="b" lIns="0" rIns="0">
            <a:norm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316736"/>
            <a:ext cx="11094415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305306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3840480" cy="118872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828800"/>
            <a:ext cx="3840480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817370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aption"/>
          <p:cNvSpPr>
            <a:spLocks noGrp="1"/>
          </p:cNvSpPr>
          <p:nvPr>
            <p:ph type="body" sz="half" idx="2"/>
          </p:nvPr>
        </p:nvSpPr>
        <p:spPr>
          <a:xfrm>
            <a:off x="548640" y="2057400"/>
            <a:ext cx="3840480" cy="3977640"/>
          </a:xfrm>
        </p:spPr>
        <p:txBody>
          <a:bodyPr lIns="0" rIns="0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GB" dirty="0"/>
              <a:t>Caption or key message</a:t>
            </a:r>
          </a:p>
        </p:txBody>
      </p:sp>
      <p:sp>
        <p:nvSpPr>
          <p:cNvPr id="6" name="Content"/>
          <p:cNvSpPr>
            <a:spLocks noGrp="1"/>
          </p:cNvSpPr>
          <p:nvPr>
            <p:ph idx="1"/>
          </p:nvPr>
        </p:nvSpPr>
        <p:spPr>
          <a:xfrm>
            <a:off x="4754880" y="548640"/>
            <a:ext cx="6888175" cy="5486400"/>
          </a:xfrm>
        </p:spPr>
        <p:txBody>
          <a:bodyPr>
            <a:normAutofit/>
          </a:bodyPr>
          <a:lstStyle/>
          <a:p>
            <a:r>
              <a:rPr lang="en-GB" dirty="0"/>
              <a:t>Click to add a table, chart or 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3840480" cy="118872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828800"/>
            <a:ext cx="3840480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817370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aption"/>
          <p:cNvSpPr>
            <a:spLocks noGrp="1"/>
          </p:cNvSpPr>
          <p:nvPr>
            <p:ph type="body" sz="half" idx="2"/>
          </p:nvPr>
        </p:nvSpPr>
        <p:spPr>
          <a:xfrm>
            <a:off x="548640" y="2057400"/>
            <a:ext cx="3840480" cy="3977640"/>
          </a:xfrm>
        </p:spPr>
        <p:txBody>
          <a:bodyPr lIns="0" rIns="0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GB" dirty="0"/>
              <a:t>Caption or key message</a:t>
            </a:r>
          </a:p>
        </p:txBody>
      </p:sp>
      <p:sp>
        <p:nvSpPr>
          <p:cNvPr id="6" name="Content"/>
          <p:cNvSpPr>
            <a:spLocks noGrp="1"/>
          </p:cNvSpPr>
          <p:nvPr>
            <p:ph type="pic" idx="1"/>
          </p:nvPr>
        </p:nvSpPr>
        <p:spPr>
          <a:xfrm>
            <a:off x="4754880" y="548640"/>
            <a:ext cx="6888175" cy="5486400"/>
          </a:xfrm>
        </p:spPr>
        <p:txBody>
          <a:bodyPr>
            <a:normAutofit/>
          </a:bodyPr>
          <a:lstStyle/>
          <a:p>
            <a:r>
              <a:rPr lang="en-GB" dirty="0"/>
              <a:t>Click the icon to add a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(Teal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103120"/>
            <a:ext cx="10698480" cy="146304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3" name="Accent bar"/>
          <p:cNvSpPr/>
          <p:nvPr userDrawn="1"/>
        </p:nvSpPr>
        <p:spPr>
          <a:xfrm>
            <a:off x="731520" y="3703320"/>
            <a:ext cx="82296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4" name="Text"/>
          <p:cNvSpPr>
            <a:spLocks noGrp="1"/>
          </p:cNvSpPr>
          <p:nvPr>
            <p:ph type="body" idx="1"/>
          </p:nvPr>
        </p:nvSpPr>
        <p:spPr>
          <a:xfrm>
            <a:off x="731520" y="3931920"/>
            <a:ext cx="10698480" cy="1280160"/>
          </a:xfrm>
        </p:spPr>
        <p:txBody>
          <a:bodyPr anchor="t" lIns="0" rIns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Optional one-line description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(Gold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103120"/>
            <a:ext cx="10698480" cy="146304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4400" b="1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3" name="Accent bar"/>
          <p:cNvSpPr/>
          <p:nvPr userDrawn="1"/>
        </p:nvSpPr>
        <p:spPr>
          <a:xfrm>
            <a:off x="731520" y="3703320"/>
            <a:ext cx="822960" cy="64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Text"/>
          <p:cNvSpPr>
            <a:spLocks noGrp="1"/>
          </p:cNvSpPr>
          <p:nvPr>
            <p:ph type="body" idx="1"/>
          </p:nvPr>
        </p:nvSpPr>
        <p:spPr>
          <a:xfrm>
            <a:off x="731520" y="3931920"/>
            <a:ext cx="10698480" cy="1280160"/>
          </a:xfrm>
        </p:spPr>
        <p:txBody>
          <a:bodyPr anchor="t" lIns="0" rIns="0">
            <a:normAutofit/>
          </a:bodyPr>
          <a:lstStyle>
            <a:lvl1pPr marL="0" indent="0">
              <a:buNone/>
              <a:defRPr sz="20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Optional one-line description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rgbClr val="FD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PADEM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23624" y="914400"/>
            <a:ext cx="1344448" cy="118872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48640" y="2377440"/>
            <a:ext cx="11094415" cy="1097280"/>
          </a:xfrm>
        </p:spPr>
        <p:txBody>
          <a:bodyPr anchor="b" lIns="0" rIns="0">
            <a:normAutofit/>
          </a:bodyPr>
          <a:lstStyle>
            <a:lvl1pPr algn="ctr" marL="0" indent="0">
              <a:buNone/>
              <a:defRPr sz="44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 you</a:t>
            </a:r>
          </a:p>
        </p:txBody>
      </p:sp>
      <p:sp>
        <p:nvSpPr>
          <p:cNvPr id="4" name="Accent bar"/>
          <p:cNvSpPr/>
          <p:nvPr userDrawn="1"/>
        </p:nvSpPr>
        <p:spPr>
          <a:xfrm>
            <a:off x="5684368" y="3611880"/>
            <a:ext cx="82296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Text"/>
          <p:cNvSpPr>
            <a:spLocks noGrp="1"/>
          </p:cNvSpPr>
          <p:nvPr>
            <p:ph type="body" idx="1"/>
          </p:nvPr>
        </p:nvSpPr>
        <p:spPr>
          <a:xfrm>
            <a:off x="1463040" y="3886200"/>
            <a:ext cx="9265615" cy="1463040"/>
          </a:xfrm>
        </p:spPr>
        <p:txBody>
          <a:bodyPr anchor="t" lIns="0" rIns="0">
            <a:normAutofit/>
          </a:bodyPr>
          <a:lstStyle>
            <a:lvl1pPr algn="ctr" marL="0" indent="0">
              <a:buNone/>
              <a:defRPr sz="2000">
                <a:solidFill>
                  <a:srgbClr val="555E68"/>
                </a:solidFill>
              </a:defRPr>
            </a:lvl1pPr>
          </a:lstStyle>
          <a:p>
            <a:r>
              <a:rPr lang="en-GB" dirty="0"/>
              <a:t>Contact details or next steps</a:t>
            </a:r>
          </a:p>
        </p:txBody>
      </p:sp>
      <p:pic>
        <p:nvPicPr>
          <p:cNvPr id="6" name="EU logo" descr="Funded by the European Union. European Research Counci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34282" y="5486400"/>
            <a:ext cx="2123132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68680"/>
          </a:xfrm>
        </p:spPr>
        <p:txBody>
          <a:bodyPr anchor="b" lIns="0" rIns="0">
            <a:normAutofit/>
          </a:bodyPr>
          <a:lstStyle/>
          <a:p>
            <a:r>
              <a:rPr lang="en-GB" dirty="0"/>
              <a:t>Click to edit title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415" cy="4434840"/>
          </a:xfrm>
        </p:spPr>
        <p:txBody>
          <a:bodyPr lIns="0" rIns="0">
            <a:normAutofit/>
          </a:bodyPr>
          <a:lstStyle/>
          <a:p>
            <a:r>
              <a:rPr lang="en-GB" dirty="0"/>
              <a:t>Click to edit text</a:t>
            </a:r>
          </a:p>
        </p:txBody>
      </p:sp>
      <p:sp>
        <p:nvSpPr>
          <p:cNvPr id="4" name="Footer"/>
          <p:cNvSpPr txBox="1"/>
          <p:nvPr userDrawn="1"/>
        </p:nvSpPr>
        <p:spPr>
          <a:xfrm>
            <a:off x="548640" y="6327648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1000" dirty="0">
                <a:solidFill>
                  <a:srgbClr val="555E68"/>
                </a:solidFill>
              </a:rPr>
              <a:t>PPADEM Project</a:t>
            </a:r>
          </a:p>
        </p:txBody>
      </p:sp>
      <p:sp>
        <p:nvSpPr>
          <p:cNvPr id="5" name="Slide number"/>
          <p:cNvSpPr txBox="1"/>
          <p:nvPr userDrawn="1"/>
        </p:nvSpPr>
        <p:spPr>
          <a:xfrm>
            <a:off x="9976970" y="6327648"/>
            <a:ext cx="86868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6F15528-21DE-4FAA-801E-634DDDAF4B2B}" type="slidenum">
              <a:rPr lang="en-GB" sz="1000" dirty="0">
                <a:solidFill>
                  <a:srgbClr val="555E68"/>
                </a:solidFill>
              </a:rPr>
              <a:t>‹#›</a:t>
            </a:fld>
          </a:p>
        </p:txBody>
      </p:sp>
      <p:pic>
        <p:nvPicPr>
          <p:cNvPr id="6" name="Logo" descr="PPADEM 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74250" y="6172200"/>
            <a:ext cx="568805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11"/>
    <p:sldLayoutId id="2147483659" r:id="rId10"/>
    <p:sldLayoutId id="2147483652" r:id="rId4"/>
    <p:sldLayoutId id="2147483653" r:id="rId5"/>
    <p:sldLayoutId id="2147483654" r:id="rId6"/>
    <p:sldLayoutId id="2147483656" r:id="rId8"/>
    <p:sldLayoutId id="2147483657" r:id="rId9"/>
    <p:sldLayoutId id="2147483655" r:id="rId7"/>
    <p:sldLayoutId id="214748366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33172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15468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56616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97764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theme/theme1.xml><?xml version="1.0" encoding="utf-8"?>
<a:theme xmlns:a="http://schemas.openxmlformats.org/drawingml/2006/main" name="PPADEM">
  <a:themeElements>
    <a:clrScheme name="PPADEM">
      <a:dk1>
        <a:srgbClr val="212529"/>
      </a:dk1>
      <a:lt1>
        <a:srgbClr val="FFFFFF"/>
      </a:lt1>
      <a:dk2>
        <a:srgbClr val="660000"/>
      </a:dk2>
      <a:lt2>
        <a:srgbClr val="F8F9FA"/>
      </a:lt2>
      <a:accent1>
        <a:srgbClr val="990000"/>
      </a:accent1>
      <a:accent2>
        <a:srgbClr val="298C8C"/>
      </a:accent2>
      <a:accent3>
        <a:srgbClr val="F1A226"/>
      </a:accent3>
      <a:accent4>
        <a:srgbClr val="B8B8B8"/>
      </a:accent4>
      <a:accent5>
        <a:srgbClr val="24292E"/>
      </a:accent5>
      <a:accent6>
        <a:srgbClr val="1F6B6B"/>
      </a:accent6>
      <a:hlink>
        <a:srgbClr val="990000"/>
      </a:hlink>
      <a:folHlink>
        <a:srgbClr val="1F6B6B"/>
      </a:folHlink>
    </a:clrScheme>
    <a:fontScheme name="PPADE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PPADEM presentation</dc:title>
  <dc:creator>PPADEM Project</dc:creator>
  <cp:lastModifiedBy>PPADEM Project</cp:lastModifiedBy>
  <cp:revision>5</cp:revision>
  <dcterms:created xsi:type="dcterms:W3CDTF">2017-06-05T14:10:58Z</dcterms:created>
  <dcterms:modified xsi:type="dcterms:W3CDTF">2022-01-02T22:49:03Z</dcterms:modified>
</cp:coreProperties>
</file>